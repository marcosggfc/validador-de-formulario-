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  <p:embeddedFont>
      <p:font typeface="La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Lato-italic.fntdata"/><Relationship Id="rId12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14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Validador de </a:t>
            </a:r>
            <a:r>
              <a:rPr lang="es"/>
              <a:t>Formulario</a:t>
            </a:r>
            <a:r>
              <a:rPr lang="es"/>
              <a:t> </a:t>
            </a:r>
            <a:r>
              <a:rPr lang="es" sz="1200"/>
              <a:t>PRUEBAS DE SOFTWARE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con ISO/IEC 29119</a:t>
            </a:r>
            <a:endParaRPr sz="12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Marcos Gracia García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